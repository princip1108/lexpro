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91" y="2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88819-F762-417E-8107-7F64EF1E64E9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D7F88-B8CE-4EB5-966E-66ED99FB76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954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D7F88-B8CE-4EB5-966E-66ED99FB766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641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685780-A888-403C-89C5-F8D5A2915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09B396A-61A5-438C-942F-BFFD38032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782BA2-CC7A-4A7B-A5E2-6A674E75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A72B-E231-4AAC-918B-785A24738AA1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A1B362-00A3-4A86-BE6A-A1B442379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2D44FD-9284-4510-B346-9517470C7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A9DF-7BE9-4B68-A5D3-E9E913BD4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089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7A44F8-33C5-4087-A338-9F5737D4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6C96C3-CB8F-4128-9FBF-16441E1C0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CE450B-9CEB-4642-BA6F-5DB0F1B2C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A72B-E231-4AAC-918B-785A24738AA1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9301E7-B819-4154-9A0C-37D6430EB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291714-0AB5-483B-940C-375A83576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A9DF-7BE9-4B68-A5D3-E9E913BD4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845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A73BC-7480-4014-8F9B-76A6D411B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CC8709-8DB6-4054-9AF0-12621EFB9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995DE3-B5B8-4F2D-8D28-7492A6F89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A72B-E231-4AAC-918B-785A24738AA1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CBB5D0-2C03-47EB-AA06-7F6B3E245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B0A26A-A210-4E53-9C07-3AEF0583A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A9DF-7BE9-4B68-A5D3-E9E913BD4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657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66782-CF5B-487D-BBF4-80AB59BFB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4F035B-A18E-4398-9655-70DE3662F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908228-86DE-4898-A760-6D0C393C3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6DA8C8-FC62-43F7-9797-779C40C6F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A72B-E231-4AAC-918B-785A24738AA1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D06B0F-847E-4A86-A6C5-37904D60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7BBC2C-8163-4EEE-9D6F-0EB634C2E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A9DF-7BE9-4B68-A5D3-E9E913BD4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896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9AE65C-E6A0-43E4-B938-1993E6141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9A2B2A-5C4F-413A-BFA1-937ADC5EA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638AF5-4BB2-45B3-9820-8EE5096B6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6DC4F6-9AD3-4E79-A299-9110F6D5C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4237EE3-3C84-44A0-911F-F5DC721591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1606F5C-9EB8-433F-A299-7139C6E22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A72B-E231-4AAC-918B-785A24738AA1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4D3EF6-E624-41F2-937F-1A598B4B0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28E8E22-B63B-49F8-8C2B-CBD7F0717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A9DF-7BE9-4B68-A5D3-E9E913BD4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571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A8B7A-93E1-4BCB-984E-E258D4930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2949513-2E81-45C1-9796-61498FC95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A72B-E231-4AAC-918B-785A24738AA1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294037-EA7F-440F-A924-1D63632BD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BBA74F-90C5-433A-A60F-5447F03B1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A9DF-7BE9-4B68-A5D3-E9E913BD4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221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1B7D41-E147-436E-97E4-121673747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A72B-E231-4AAC-918B-785A24738AA1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93C71F4-AF10-4B5A-B67B-A1AA3AE97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F47EAB-A041-450C-A938-F15DC72E0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A9DF-7BE9-4B68-A5D3-E9E913BD4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326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20443-7C34-4ADA-97BA-F8E3E58D0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64DAC0-F5D3-4860-842E-A0B185100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64A69F-B60C-4C32-A69A-C40F1C0F1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35B28C-F351-479B-A3C5-D80B40573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A72B-E231-4AAC-918B-785A24738AA1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ED892C-4A7C-4FDF-AA0D-7D40938EF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F54D10-6EF9-4E01-887D-E714D18B0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A9DF-7BE9-4B68-A5D3-E9E913BD4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992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42E7E7-AA2E-4ED3-95AB-D7B6934F3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E1F041-563A-4DEE-B544-FC1A0F083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1D64D8-145D-4615-9BAE-6D7512D6C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901A50-461E-4CEA-8FA9-7E74CC6C0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A72B-E231-4AAC-918B-785A24738AA1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531FFA-8203-4437-8957-B5C75137B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FD7386-818D-4F4B-A754-119D3638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A9DF-7BE9-4B68-A5D3-E9E913BD4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932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8FC1F7-2E01-4B37-AB2F-042DE0E25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16838D-F1C1-4748-BB5F-336E58A0A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A5EBE4-07ED-422F-BCBB-C00C07DB9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A72B-E231-4AAC-918B-785A24738AA1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F5760C-6059-4280-AD08-DD8F725AB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5C74E4-DD3E-40A2-A35E-968CEA7CB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A9DF-7BE9-4B68-A5D3-E9E913BD4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515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183785-1145-45C4-9004-A61B9C5396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705461-BD85-4C71-8D0E-5A4BF96F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B32AB1-6EB5-4C0F-89E7-F1FB001DF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A72B-E231-4AAC-918B-785A24738AA1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E0653A-981F-4B1C-9666-FF752DC85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B81CF0-60FA-415D-A1B5-E6F03CA94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A9DF-7BE9-4B68-A5D3-E9E913BD4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9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B2BE887-DBF5-46A1-A320-08AEA2ED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EC1825-B506-4981-95E8-042E9AC5D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928196-237D-4CF9-8D6B-72BDC41439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8EA72B-E231-4AAC-918B-785A24738AA1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A10C38-DC46-4976-8524-4B96B0132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7C4FEA-178E-4DE9-A8D7-4FC1257CA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AA9DF-7BE9-4B68-A5D3-E9E913BD4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268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3265205-F6AB-4EF9-9D19-8EE6CA21F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447" y="1251749"/>
            <a:ext cx="11117105" cy="4112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103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58391C6D-81C9-4D07-A91A-AD2A3F935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05" y="1670854"/>
            <a:ext cx="10210441" cy="3391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6622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9E8D205-3F59-44DB-9FA6-C9832AF72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874" y="219484"/>
            <a:ext cx="3730806" cy="618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896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460D17C-246A-4138-85DD-174D82344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843" y="283078"/>
            <a:ext cx="6976313" cy="629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6449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F39049B-F30E-4319-87D3-A408A1F6A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053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B811D6C-951F-4B70-8957-1CC82E5BA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4"/>
            <a:ext cx="12192000" cy="684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317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E112B47-ACFF-4025-831B-450CBE1E5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7" y="0"/>
            <a:ext cx="121586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285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</Words>
  <Application>Microsoft Office PowerPoint</Application>
  <PresentationFormat>宽屏</PresentationFormat>
  <Paragraphs>1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欣霓 李</dc:creator>
  <cp:lastModifiedBy>欣霓 李</cp:lastModifiedBy>
  <cp:revision>6</cp:revision>
  <dcterms:created xsi:type="dcterms:W3CDTF">2026-04-20T13:34:29Z</dcterms:created>
  <dcterms:modified xsi:type="dcterms:W3CDTF">2026-04-26T14:20:34Z</dcterms:modified>
</cp:coreProperties>
</file>